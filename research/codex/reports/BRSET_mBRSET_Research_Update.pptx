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F4E79"/>
                </a:solidFill>
                <a:latin typeface="Times New Roman"/>
              </a:rPr>
              <a:t>BRSET to mBRSET Cross-Device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574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E1E1E"/>
                </a:solidFill>
                <a:latin typeface="Times New Roman"/>
              </a:rPr>
              <a:t>Evidence update: Step 5 source-only baseline complete; spatial diagnostics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65960" y="3063240"/>
            <a:ext cx="8229600" cy="9601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Natural joint training remains the strongest simple reference.
A novel method has not yet been established.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89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5A5A"/>
                </a:solidFill>
                <a:latin typeface="Times New Roman"/>
              </a:rPr>
              <a:t>15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Research question and evidence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Camera and population shift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Strong ordinary baselines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Balance and exposure controls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8116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Preservation-constrained method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7180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89788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882396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Completed evidence is separated from hypotheses and planned work.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Every proposed mechanism must beat the strongest fair baseline across seeds.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Validation guides design; the historically reused test split is not treated as untouched confirmation.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Fixed data and evaluation boundary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41732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2656"/>
                <a:gridCol w="1316736"/>
                <a:gridCol w="1316736"/>
                <a:gridCol w="537667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Images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Patients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BRSET train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11,372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5,966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Source fitting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train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3,402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899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Target fitting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Checkpoint + thresholds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test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732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Gated assessment; reused historically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77240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B0
mBRSET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160520"/>
            <a:ext cx="3246120" cy="11430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B1
BRSET + mBRSET jointly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B2
BRSET then mBRSET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A5A5A"/>
                </a:solidFill>
                <a:latin typeface="Times New Roman"/>
              </a:rPr>
              <a:t>All arms: 5,775 updates, effective batch 64, same model/loss/augmentation/selection rule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0: fitted degradation matches selected appearance statistics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554480"/>
          <a:ext cx="10058399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8144"/>
                <a:gridCol w="2140085"/>
                <a:gridCol w="2140085"/>
                <a:gridCol w="21400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Preprocessing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Unchanged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Generic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Fitted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Legacy 512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6.742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10.092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1.261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560 resize / 512 crop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8.474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12.011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4.294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Lower distance means closer agreement with five measured appearance statistics.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Frozen parameters improved the distance on patient-disjoint training-only images.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This does not establish lesion preservation, visual realism, or classifier benefit.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2: full-pool baseline results across three seeds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5A5A"/>
                </a:solidFill>
                <a:latin typeface="Times New Roman"/>
              </a:rPr>
              <a:t>Mean ± sample SD on the common 732-image mBRSET assessment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55675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9519"/>
                <a:gridCol w="2479039"/>
                <a:gridCol w="2479039"/>
                <a:gridCol w="2479039"/>
                <a:gridCol w="2479039"/>
              </a:tblGrid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0.8105 ± 0.0140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0.9395 ± 0.0052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0.8240 ± 0.0297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0.9835 ± 0.0130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0.8338 ± 0.0048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0.9467 ± 0.0020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0.8619 ± 0.0420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0.9945 ± 0.0005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0.8139 ± 0.0099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0.9416 ± 0.0031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0.8184 ± 0.0333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0.9882 ± 0.0014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DR: B1 − B0 = +0.0233
positive in 3/3 seeds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ME: B1 − B0 = +0.0379
positive in 3/3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10652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9A6710"/>
                </a:solidFill>
                <a:latin typeface="Times New Roman"/>
              </a:rPr>
              <a:t>B1 is the Step-3 reference. This is an engineering result, not a novelty or clinical claim.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What Step 2 established—and what it did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303520" cy="5029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Established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Nine full training runs completed.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Independent metric, cohort, hash and exposure checks passed.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Joint training is the strongest ordinary baseline.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03520" cy="50292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Still unresolved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Why joint training helps.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Clinical significance and operating point.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Untouched external generalization.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A defensible novel mechanism.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3: isolate domain frequency and label composition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353312"/>
          <a:ext cx="1138427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1953"/>
                <a:gridCol w="1635672"/>
                <a:gridCol w="1177684"/>
                <a:gridCol w="1962806"/>
                <a:gridCol w="1635672"/>
                <a:gridCol w="1177684"/>
                <a:gridCol w="1962806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 existing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0.9563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0.8768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0.9490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0.8636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+0.0147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0.9895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0.8504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0.8739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+0.0036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0.8507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+0.0018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0.9890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C1−B1 DR F1
+0.0035 mean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C1−B1 ME F1
+0.0079 mean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3977639"/>
            <a:ext cx="3154680" cy="9144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B1 retained
Step 3 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035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Step 3 complete; natural joint b1 retained for step 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4: target-calibrated augmentation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34440"/>
          <a:ext cx="1138427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166"/>
                <a:gridCol w="1581150"/>
                <a:gridCol w="1075182"/>
                <a:gridCol w="1644395"/>
                <a:gridCol w="1581150"/>
                <a:gridCol w="1075182"/>
                <a:gridCol w="1644395"/>
                <a:gridCol w="1454657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Gate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0.9563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Ref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A1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0.8772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0.9530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0.8462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-0.0028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A2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0.8739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-0.0004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A3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0.8765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0.9601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-0.0004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94760"/>
            <a:ext cx="10789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Training-only audit: label standardization changed every appearance gap by &lt;0.05 target SD.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Held-out appearance distance: unchanged 6.066; full fit 0.902; no overlays 0.942.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All three DR F1 changes were positive but below +0.01; ME was flat or slightly lower.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No arm passed the frozen replication gate; no Step-4 test assessment was performed.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349240"/>
            <a:ext cx="9966960" cy="658368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Conclusion: global appearance matching did not produce a large diagnostic gain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5: evidence-led mechanism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474720" cy="54864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57400"/>
            <a:ext cx="3246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Joint B1 baseline across three seeds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Balance/exposure controls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Negative appearance-augmentation screen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325880"/>
            <a:ext cx="3474720" cy="54864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Evidence 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57400"/>
            <a:ext cx="3246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Appearance-error intervals cross zero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Positive-FN AUC: DR .555; ME .406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Suspend degradation-conditioned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47304" y="1325880"/>
            <a:ext cx="3474720" cy="54864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Next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8744" y="2057400"/>
            <a:ext cx="3246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Source-only complete: DR/ME F1 0.722/0.697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GFP pooled-feature comparator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Global vs label-specific spatial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10652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Times New Roman"/>
              </a:rPr>
              <a:t>Internal paper targets: complete draft 15 October • hard freeze 19 October • official deadline 26 October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