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2 complete; Step 3 controls prepared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Joint training improves DR and ME F1 in all three seeds.
The mechanism and novelty are not yet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Only the sampler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Validation-only screening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Allocated preflight
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Seed-0 controls verified; review the replication screen.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Decision gate for the paper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First: select the simplest strong sampling baseline using cross-seed validation evidence.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Then: test ordinary augmentation, a faithful published component, and FIT-only fitted degradation.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Require: consistent diagnostic gain plus evidence that lesions are not damaged.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Claim novelty only after a closest-method comparison and an isolating ablation.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66360"/>
            <a:ext cx="9966960" cy="7315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Current novelty status: candidate hypothesis, not demonstrated contribution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