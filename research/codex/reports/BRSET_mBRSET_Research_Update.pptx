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5 mechanism direction selected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Natural joint training remains the strongest simple reference.
A novel method has not yet been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53312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953"/>
                <a:gridCol w="1635672"/>
                <a:gridCol w="1177684"/>
                <a:gridCol w="1962806"/>
                <a:gridCol w="1635672"/>
                <a:gridCol w="1177684"/>
                <a:gridCol w="1962806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+0.0147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DR F1
+0.0035 mean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ME F1
+0.0079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 retained
Step 3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Step 3 complete; natural joint b1 retained for step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4: target-calibrated augmentation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166"/>
                <a:gridCol w="1581150"/>
                <a:gridCol w="1075182"/>
                <a:gridCol w="1644395"/>
                <a:gridCol w="1581150"/>
                <a:gridCol w="1075182"/>
                <a:gridCol w="1644395"/>
                <a:gridCol w="1454657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Gate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Ref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0.9530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-0.0028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0.9601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789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Training-only audit: label standardization changed every appearance gap by &lt;0.05 target SD.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Held-out appearance distance: unchanged 6.066; full fit 0.902; no overlays 0.942.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All three DR F1 changes were positive but below +0.01; ME was flat or slightly lower.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No arm passed the frozen replication gate; no Step-4 test assessment was performed.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66960" cy="658368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Conclusion: global appearance matching did not produce a large diagnostic gain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5: evidence-led mechanism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474720" cy="54864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Joint B1 baseline across three seeds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Balance/exposure controls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Negative appearance-augmentation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74720" cy="54864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Strict BRSET-only transfer baseline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CVPR 2026 GFP frozen-feature comparator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Freeze action, losses, resume and no-test gates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7304" y="1325880"/>
            <a:ext cx="3474720" cy="54864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Proposed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744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W1: blind paired consistency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W2: action-conditioned latent transition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W3: W2 plus DR/ME preservation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652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Times New Roman"/>
              </a:rPr>
              <a:t>Internal paper targets: complete draft 15 October • hard freeze 19 October • official deadline 26 October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